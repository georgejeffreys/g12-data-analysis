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7556500"/>
  <p:notesSz cx="6858000" cy="9144000"/>
  <p:embeddedFontLst>
    <p:embeddedFont>
      <p:font typeface="Georgia Pro Condensed" charset="1" panose="02040506050405020303"/>
      <p:regular r:id="rId7"/>
    </p:embeddedFont>
    <p:embeddedFont>
      <p:font typeface="Barlow" charset="1" panose="00000500000000000000"/>
      <p:regular r:id="rId8"/>
    </p:embeddedFont>
    <p:embeddedFont>
      <p:font typeface="Barlow Bold" charset="1" panose="000008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Relationship Id="rId9" Type="http://schemas.openxmlformats.org/officeDocument/2006/relationships/font" Target="fonts/font9.fntdata"/><Relationship Id="rId10" Type="http://schemas.openxmlformats.org/officeDocument/2006/relationships/customXml" Target="../customXml/item1.xml"/><Relationship Id="rId11" Type="http://schemas.openxmlformats.org/officeDocument/2006/relationships/customXml" Target="../customXml/item2.xml"/><Relationship Id="rId12" Type="http://schemas.openxmlformats.org/officeDocument/2006/relationships/customXml" Target="../customXml/item3.xml"/><Relationship Id="rId13" Type="http://schemas.openxmlformats.org/officeDocument/2006/relationships/customXml" Target="../customXml/item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1454" y="-23418"/>
            <a:ext cx="10833454" cy="7583418"/>
          </a:xfrm>
          <a:custGeom>
            <a:avLst/>
            <a:gdLst/>
            <a:ahLst/>
            <a:cxnLst/>
            <a:rect r="r" b="b" t="t" l="l"/>
            <a:pathLst>
              <a:path h="7583418" w="10833454">
                <a:moveTo>
                  <a:pt x="0" y="0"/>
                </a:moveTo>
                <a:lnTo>
                  <a:pt x="10833454" y="0"/>
                </a:lnTo>
                <a:lnTo>
                  <a:pt x="10833454" y="7583418"/>
                </a:lnTo>
                <a:lnTo>
                  <a:pt x="0" y="7583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lgDash"/>
            <a:miter/>
          </a:ln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492447" y="2072332"/>
            <a:ext cx="9921460" cy="704083"/>
            <a:chOff x="0" y="0"/>
            <a:chExt cx="13228613" cy="93877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28575"/>
              <a:ext cx="13228613" cy="9673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776"/>
                </a:lnSpc>
                <a:spcBef>
                  <a:spcPct val="0"/>
                </a:spcBef>
              </a:pPr>
              <a:r>
                <a:rPr lang="en-US" sz="4620" spc="217">
                  <a:solidFill>
                    <a:srgbClr val="47535A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{{NAME}}</a:t>
              </a:r>
              <a:r>
                <a:rPr lang="en-US" sz="4620" spc="217">
                  <a:solidFill>
                    <a:srgbClr val="47535A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/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1615731" y="863600"/>
              <a:ext cx="9997150" cy="0"/>
            </a:xfrm>
            <a:prstGeom prst="line">
              <a:avLst/>
            </a:prstGeom>
            <a:ln cap="flat" w="12700">
              <a:solidFill>
                <a:srgbClr val="AD0F59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803338" y="326361"/>
            <a:ext cx="1085324" cy="813993"/>
          </a:xfrm>
          <a:custGeom>
            <a:avLst/>
            <a:gdLst/>
            <a:ahLst/>
            <a:cxnLst/>
            <a:rect r="r" b="b" t="t" l="l"/>
            <a:pathLst>
              <a:path h="813993" w="1085324">
                <a:moveTo>
                  <a:pt x="0" y="0"/>
                </a:moveTo>
                <a:lnTo>
                  <a:pt x="1085324" y="0"/>
                </a:lnTo>
                <a:lnTo>
                  <a:pt x="1085324" y="813993"/>
                </a:lnTo>
                <a:lnTo>
                  <a:pt x="0" y="813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1462055" y="2957390"/>
            <a:ext cx="7730212" cy="247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9"/>
              </a:lnSpc>
              <a:spcBef>
                <a:spcPct val="0"/>
              </a:spcBef>
            </a:pPr>
            <a:r>
              <a:rPr lang="en-US" sz="1599">
                <a:solidFill>
                  <a:srgbClr val="47535A"/>
                </a:solidFill>
                <a:latin typeface="Barlow"/>
                <a:ea typeface="Barlow"/>
                <a:cs typeface="Barlow"/>
                <a:sym typeface="Barlow"/>
              </a:rPr>
              <a:t>has satisfied requirements of the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4878" y="3941340"/>
            <a:ext cx="8196597" cy="247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1999"/>
              </a:lnSpc>
              <a:spcBef>
                <a:spcPct val="0"/>
              </a:spcBef>
            </a:pPr>
            <a:r>
              <a:rPr lang="en-US" sz="1599">
                <a:solidFill>
                  <a:srgbClr val="47535A"/>
                </a:solidFill>
                <a:latin typeface="Barlow"/>
                <a:ea typeface="Barlow"/>
                <a:cs typeface="Barlow"/>
                <a:sym typeface="Barlow"/>
              </a:rPr>
              <a:t>and has been preliminary awarded the </a:t>
            </a:r>
            <a:r>
              <a:rPr lang="en-US" b="true" sz="1599">
                <a:solidFill>
                  <a:srgbClr val="47535A"/>
                </a:solidFill>
                <a:latin typeface="Barlow Bold"/>
                <a:ea typeface="Barlow Bold"/>
                <a:cs typeface="Barlow Bold"/>
                <a:sym typeface="Barlow Bold"/>
              </a:rPr>
              <a:t>{{AWARD}}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7701" y="3375855"/>
            <a:ext cx="8410951" cy="38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9"/>
              </a:lnSpc>
              <a:spcBef>
                <a:spcPct val="0"/>
              </a:spcBef>
            </a:pPr>
            <a:r>
              <a:rPr lang="en-US" b="true" sz="2447" spc="115">
                <a:solidFill>
                  <a:srgbClr val="47535A"/>
                </a:solidFill>
                <a:latin typeface="Barlow Bold"/>
                <a:ea typeface="Barlow Bold"/>
                <a:cs typeface="Barlow Bold"/>
                <a:sym typeface="Barlow Bold"/>
              </a:rPr>
              <a:t>G12++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62781" y="1598017"/>
            <a:ext cx="7166437" cy="28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55"/>
              </a:lnSpc>
              <a:spcBef>
                <a:spcPct val="0"/>
              </a:spcBef>
            </a:pPr>
            <a:r>
              <a:rPr lang="en-US" sz="1804" spc="194">
                <a:solidFill>
                  <a:srgbClr val="47535A"/>
                </a:solidFill>
                <a:latin typeface="Barlow"/>
                <a:ea typeface="Barlow"/>
                <a:cs typeface="Barlow"/>
                <a:sym typeface="Barlow"/>
              </a:rPr>
              <a:t>This certifies that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9890" y="1014555"/>
            <a:ext cx="6732220" cy="402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0"/>
              </a:lnSpc>
            </a:pPr>
            <a:r>
              <a:rPr lang="en-US" b="true" sz="2616" spc="261">
                <a:solidFill>
                  <a:srgbClr val="AD1059"/>
                </a:solidFill>
                <a:latin typeface="Barlow Bold"/>
                <a:ea typeface="Barlow Bold"/>
                <a:cs typeface="Barlow Bold"/>
                <a:sym typeface="Barlow Bold"/>
              </a:rPr>
              <a:t>G12++ CERTIFICATE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7701" y="4797320"/>
            <a:ext cx="8196597" cy="247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9"/>
              </a:lnSpc>
              <a:spcBef>
                <a:spcPct val="0"/>
              </a:spcBef>
            </a:pPr>
            <a:r>
              <a:rPr lang="en-US" b="true" sz="1599">
                <a:solidFill>
                  <a:srgbClr val="47535A"/>
                </a:solidFill>
                <a:latin typeface="Barlow Bold"/>
                <a:ea typeface="Barlow Bold"/>
                <a:cs typeface="Barlow Bold"/>
                <a:sym typeface="Barlow Bold"/>
              </a:rPr>
              <a:t>Result ID:</a:t>
            </a:r>
            <a:r>
              <a:rPr lang="en-US" sz="1599">
                <a:solidFill>
                  <a:srgbClr val="47535A"/>
                </a:solidFill>
                <a:latin typeface="Barlow"/>
                <a:ea typeface="Barlow"/>
                <a:cs typeface="Barlow"/>
                <a:sym typeface="Barlow"/>
              </a:rPr>
              <a:t> A-A-011108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62055" y="6795528"/>
            <a:ext cx="8196597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0"/>
              </a:lnSpc>
              <a:spcBef>
                <a:spcPct val="0"/>
              </a:spcBef>
            </a:pPr>
            <a:r>
              <a:rPr lang="en-US" sz="1000">
                <a:solidFill>
                  <a:srgbClr val="47535A"/>
                </a:solidFill>
                <a:latin typeface="Barlow"/>
                <a:ea typeface="Barlow"/>
                <a:cs typeface="Barlow"/>
                <a:sym typeface="Barlow"/>
              </a:rPr>
              <a:t>Performance report for each exam subject is provided separately.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710498" y="5662825"/>
            <a:ext cx="1129550" cy="1129550"/>
          </a:xfrm>
          <a:custGeom>
            <a:avLst/>
            <a:gdLst/>
            <a:ahLst/>
            <a:cxnLst/>
            <a:rect r="r" b="b" t="t" l="l"/>
            <a:pathLst>
              <a:path h="1129550" w="1129550">
                <a:moveTo>
                  <a:pt x="0" y="0"/>
                </a:moveTo>
                <a:lnTo>
                  <a:pt x="1129550" y="0"/>
                </a:lnTo>
                <a:lnTo>
                  <a:pt x="1129550" y="1129549"/>
                </a:lnTo>
                <a:lnTo>
                  <a:pt x="0" y="11295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5" id="15"/>
          <p:cNvSpPr txBox="true"/>
          <p:nvPr/>
        </p:nvSpPr>
        <p:spPr>
          <a:xfrm rot="0">
            <a:off x="1354878" y="5225310"/>
            <a:ext cx="8196597" cy="247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9"/>
              </a:lnSpc>
              <a:spcBef>
                <a:spcPct val="0"/>
              </a:spcBef>
            </a:pPr>
            <a:r>
              <a:rPr lang="en-US" b="true" sz="1599">
                <a:solidFill>
                  <a:srgbClr val="47535A"/>
                </a:solidFill>
                <a:latin typeface="Barlow Bold"/>
                <a:ea typeface="Barlow Bold"/>
                <a:cs typeface="Barlow Bold"/>
                <a:sym typeface="Barlow Bold"/>
              </a:rPr>
              <a:t>Test centre: </a:t>
            </a:r>
            <a:r>
              <a:rPr lang="en-US" sz="1599">
                <a:solidFill>
                  <a:srgbClr val="47535A"/>
                </a:solidFill>
                <a:latin typeface="Barlow"/>
                <a:ea typeface="Barlow"/>
                <a:cs typeface="Barlow"/>
                <a:sym typeface="Barlow"/>
              </a:rPr>
              <a:t>Alsama Shatila 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7701" y="4369330"/>
            <a:ext cx="8196597" cy="247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9"/>
              </a:lnSpc>
              <a:spcBef>
                <a:spcPct val="0"/>
              </a:spcBef>
            </a:pPr>
            <a:r>
              <a:rPr lang="en-US" sz="1599">
                <a:solidFill>
                  <a:srgbClr val="47535A"/>
                </a:solidFill>
                <a:latin typeface="Barlow"/>
                <a:ea typeface="Barlow"/>
                <a:cs typeface="Barlow"/>
                <a:sym typeface="Barlow"/>
              </a:rPr>
              <a:t>Issued by </a:t>
            </a:r>
            <a:r>
              <a:rPr lang="en-US" b="true" sz="1599">
                <a:solidFill>
                  <a:srgbClr val="47535A"/>
                </a:solidFill>
                <a:latin typeface="Barlow Bold"/>
                <a:ea typeface="Barlow Bold"/>
                <a:cs typeface="Barlow Bold"/>
                <a:sym typeface="Barlow Bold"/>
              </a:rPr>
              <a:t>Alsama Project</a:t>
            </a:r>
            <a:r>
              <a:rPr lang="en-US" sz="1599">
                <a:solidFill>
                  <a:srgbClr val="47535A"/>
                </a:solidFill>
                <a:latin typeface="Barlow"/>
                <a:ea typeface="Barlow"/>
                <a:cs typeface="Barlow"/>
                <a:sym typeface="Barlow"/>
              </a:rPr>
              <a:t> on: 11th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50B26FB8758F4F8A0F930343A8B434" ma:contentTypeVersion="16" ma:contentTypeDescription="Create a new document." ma:contentTypeScope="" ma:versionID="31dec80916907212a1f64dec11b8477d">
  <xsd:schema xmlns:xsd="http://www.w3.org/2001/XMLSchema" xmlns:xs="http://www.w3.org/2001/XMLSchema" xmlns:p="http://schemas.microsoft.com/office/2006/metadata/properties" xmlns:ns2="3e9d479d-40bb-4c57-8b8a-fca8d88e5e3c" xmlns:ns3="http://schemas.microsoft.com/sharepoint/v4" xmlns:ns4="0498538b-c24b-4f63-ae13-2c1be0c46c5a" targetNamespace="http://schemas.microsoft.com/office/2006/metadata/properties" ma:root="true" ma:fieldsID="94c94e5c3fcd2036b76aeb729eda35d6" ns2:_="" ns3:_="" ns4:_="">
    <xsd:import namespace="3e9d479d-40bb-4c57-8b8a-fca8d88e5e3c"/>
    <xsd:import namespace="http://schemas.microsoft.com/sharepoint/v4"/>
    <xsd:import namespace="0498538b-c24b-4f63-ae13-2c1be0c46c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IconOverlay" minOccurs="0"/>
                <xsd:element ref="ns2:lcf76f155ced4ddcb4097134ff3c332f" minOccurs="0"/>
                <xsd:element ref="ns4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4:SharedWithUsers" minOccurs="0"/>
                <xsd:element ref="ns4:SharedWithDetails" minOccurs="0"/>
                <xsd:element ref="ns2:MediaServiceDateTaken" minOccurs="0"/>
                <xsd:element ref="ns4:_dlc_DocId" minOccurs="0"/>
                <xsd:element ref="ns4:_dlc_DocIdUrl" minOccurs="0"/>
                <xsd:element ref="ns4:_dlc_DocIdPersistI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9d479d-40bb-4c57-8b8a-fca8d88e5e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1e4c1a17-36af-4099-912e-3ab29a49e1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2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98538b-c24b-4f63-ae13-2c1be0c46c5a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d1560137-8e59-4b20-9529-04261bfd9c9c}" ma:internalName="TaxCatchAll" ma:showField="CatchAllData" ma:web="0498538b-c24b-4f63-ae13-2c1be0c46c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_dlc_DocId" ma:index="23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24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5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lcf76f155ced4ddcb4097134ff3c332f xmlns="3e9d479d-40bb-4c57-8b8a-fca8d88e5e3c">
      <Terms xmlns="http://schemas.microsoft.com/office/infopath/2007/PartnerControls"/>
    </lcf76f155ced4ddcb4097134ff3c332f>
    <TaxCatchAll xmlns="0498538b-c24b-4f63-ae13-2c1be0c46c5a" xsi:nil="true"/>
    <_dlc_DocId xmlns="0498538b-c24b-4f63-ae13-2c1be0c46c5a">1114-636205507-9248</_dlc_DocId>
    <_dlc_DocIdUrl xmlns="0498538b-c24b-4f63-ae13-2c1be0c46c5a">
      <Url>https://alsamango.sharepoint.com/sites/g12/_layouts/15/DocIdRedir.aspx?ID=1114-636205507-9248</Url>
      <Description>1114-636205507-9248</Description>
    </_dlc_DocIdUrl>
  </documentManagement>
</p:properties>
</file>

<file path=customXml/itemProps1.xml><?xml version="1.0" encoding="utf-8"?>
<ds:datastoreItem xmlns:ds="http://schemas.openxmlformats.org/officeDocument/2006/customXml" ds:itemID="{78CEDBDF-7C1D-455B-A779-E7AB86872544}"/>
</file>

<file path=customXml/itemProps2.xml><?xml version="1.0" encoding="utf-8"?>
<ds:datastoreItem xmlns:ds="http://schemas.openxmlformats.org/officeDocument/2006/customXml" ds:itemID="{2B9E1E82-4A88-4C69-806A-3D7844D866E7}"/>
</file>

<file path=customXml/itemProps3.xml><?xml version="1.0" encoding="utf-8"?>
<ds:datastoreItem xmlns:ds="http://schemas.openxmlformats.org/officeDocument/2006/customXml" ds:itemID="{C36733D1-23F1-4768-B3EB-562833381C46}"/>
</file>

<file path=customXml/itemProps4.xml><?xml version="1.0" encoding="utf-8"?>
<ds:datastoreItem xmlns:ds="http://schemas.openxmlformats.org/officeDocument/2006/customXml" ds:itemID="{6729902D-FB86-4BCD-8E01-2C2B8033609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Abed Certificate</dc:title>
  <cp:revision>1</cp:revision>
  <dcterms:created xsi:type="dcterms:W3CDTF">2006-08-16T00:00:00Z</dcterms:created>
  <dcterms:modified xsi:type="dcterms:W3CDTF">2011-08-01T06:04:30Z</dcterms:modified>
  <dc:identifier>DAHDiicABt4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0x010100A850B26FB8758F4F8A0F930343A8B434</vt:lpwstr>
  </property>
  <property fmtid="{D5CDD505-2E9C-101B-9397-08002B2CF9AE}" pid="3" name="_dlc_DocIdItemGuid">
    <vt:lpwstr>3059bdd0-c6de-4fee-89e7-6a3fa90271c8</vt:lpwstr>
  </property>
</Properties>
</file>