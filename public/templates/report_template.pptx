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287000" cy="12852400"/>
  <p:notesSz cx="6858000" cy="9144000"/>
  <p:embeddedFontLst>
    <p:embeddedFont>
      <p:font typeface="Barlow Bold" charset="1" panose="00000800000000000000"/>
      <p:regular r:id="rId7"/>
    </p:embeddedFont>
    <p:embeddedFont>
      <p:font typeface="Barlow" charset="1" panose="00000500000000000000"/>
      <p:regular r:id="rId8"/>
    </p:embeddedFont>
    <p:embeddedFont>
      <p:font typeface="Barlow Italics" charset="1" panose="000005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font" Target="fonts/font7.fntdata"/><Relationship Id="rId8" Type="http://schemas.openxmlformats.org/officeDocument/2006/relationships/font" Target="fonts/font8.fntdata"/><Relationship Id="rId9" Type="http://schemas.openxmlformats.org/officeDocument/2006/relationships/font" Target="fonts/font9.fntdata"/><Relationship Id="rId10" Type="http://schemas.openxmlformats.org/officeDocument/2006/relationships/customXml" Target="../customXml/item1.xml"/><Relationship Id="rId11" Type="http://schemas.openxmlformats.org/officeDocument/2006/relationships/customXml" Target="../customXml/item2.xml"/><Relationship Id="rId12" Type="http://schemas.openxmlformats.org/officeDocument/2006/relationships/customXml" Target="../customXml/item3.xml"/><Relationship Id="rId13" Type="http://schemas.openxmlformats.org/officeDocument/2006/relationships/customXml" Target="../customXml/item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F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40657" y="2757"/>
            <a:ext cx="1375276" cy="1031457"/>
          </a:xfrm>
          <a:custGeom>
            <a:avLst/>
            <a:gdLst/>
            <a:ahLst/>
            <a:cxnLst/>
            <a:rect r="r" b="b" t="t" l="l"/>
            <a:pathLst>
              <a:path h="1031457" w="1375276">
                <a:moveTo>
                  <a:pt x="0" y="0"/>
                </a:moveTo>
                <a:lnTo>
                  <a:pt x="1375276" y="0"/>
                </a:lnTo>
                <a:lnTo>
                  <a:pt x="1375276" y="1031456"/>
                </a:lnTo>
                <a:lnTo>
                  <a:pt x="0" y="10314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0" y="874395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true" flipV="true" rot="0">
            <a:off x="6172200" y="275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28700" y="3747373"/>
          <a:ext cx="8517043" cy="5563098"/>
        </p:xfrm>
        <a:graphic>
          <a:graphicData uri="http://schemas.openxmlformats.org/drawingml/2006/table">
            <a:tbl>
              <a:tblPr/>
              <a:tblGrid>
                <a:gridCol w="2637524"/>
                <a:gridCol w="2570379"/>
                <a:gridCol w="3309141"/>
              </a:tblGrid>
              <a:tr h="123676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47535A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Subject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47535A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Performance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47535A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Level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52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47535A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Applicable Math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47535A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{{S1_STARS}}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47535A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{{S1_LEVEL}}</a:t>
                      </a:r>
                      <a:r>
                        <a:rPr lang="en-US" sz="1599">
                          <a:solidFill>
                            <a:srgbClr val="47535A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/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52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47535A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Scientific Thinking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47535A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{{S2_STARS}}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47535A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{{S2_LEVEL}}</a:t>
                      </a:r>
                      <a:r>
                        <a:rPr lang="en-US" sz="1599">
                          <a:solidFill>
                            <a:srgbClr val="47535A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/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52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47535A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Arabic as 1</a:t>
                      </a:r>
                      <a:r>
                        <a:rPr lang="en-US" sz="1599">
                          <a:solidFill>
                            <a:srgbClr val="47535A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st</a:t>
                      </a:r>
                      <a:r>
                        <a:rPr lang="en-US" sz="1599">
                          <a:solidFill>
                            <a:srgbClr val="47535A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Language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47535A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{{S3_STARS}}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47535A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{{S3_LEVEL}}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52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47535A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English as 2</a:t>
                      </a:r>
                      <a:r>
                        <a:rPr lang="en-US" sz="1599">
                          <a:solidFill>
                            <a:srgbClr val="47535A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nd</a:t>
                      </a:r>
                      <a:r>
                        <a:rPr lang="en-US" sz="1599">
                          <a:solidFill>
                            <a:srgbClr val="47535A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Language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endParaRPr lang="en-US" sz="1100"/>
                      <a:r>
                        <a:rPr lang="en-US" sz="1599">
                          <a:solidFill>
                            <a:srgbClr val="47535A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{{S4_STARS}}</a:t>
                      </a:r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47535A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{{S4_LEVEL}}</a:t>
                      </a:r>
                      <a:r>
                        <a:rPr lang="en-US" sz="1599">
                          <a:solidFill>
                            <a:srgbClr val="47535A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/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52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47535A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Life Success Skills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47535A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{{S5_STARS}}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47535A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{{S5_LEVEL}}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979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4230799" y="709897"/>
            <a:ext cx="1594991" cy="76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b="true" sz="4400">
                <a:solidFill>
                  <a:srgbClr val="AD0E58"/>
                </a:solidFill>
                <a:latin typeface="Barlow Bold"/>
                <a:ea typeface="Barlow Bold"/>
                <a:cs typeface="Barlow Bold"/>
                <a:sym typeface="Barlow Bold"/>
              </a:rPr>
              <a:t>G12++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02738" y="1398237"/>
            <a:ext cx="4651114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AD0E58"/>
                </a:solidFill>
                <a:latin typeface="Barlow Bold"/>
                <a:ea typeface="Barlow Bold"/>
                <a:cs typeface="Barlow Bold"/>
                <a:sym typeface="Barlow Bold"/>
              </a:rPr>
              <a:t>Exam Performance Report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38528" y="2293587"/>
            <a:ext cx="3924746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39"/>
              </a:lnSpc>
            </a:pPr>
            <a:r>
              <a:rPr lang="en-US" sz="3599" b="true">
                <a:solidFill>
                  <a:srgbClr val="47535A"/>
                </a:solidFill>
                <a:latin typeface="Barlow Bold"/>
                <a:ea typeface="Barlow Bold"/>
                <a:cs typeface="Barlow Bold"/>
                <a:sym typeface="Barlow Bold"/>
              </a:rPr>
              <a:t>{{NAME}}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0067709"/>
            <a:ext cx="4110330" cy="316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spc="-5">
                <a:solidFill>
                  <a:srgbClr val="48545B"/>
                </a:solidFill>
                <a:latin typeface="Barlow"/>
                <a:ea typeface="Barlow"/>
                <a:cs typeface="Barlow"/>
                <a:sym typeface="Barlow"/>
              </a:rPr>
              <a:t>Exams conducted on </a:t>
            </a:r>
            <a:r>
              <a:rPr lang="en-US" b="true" sz="1800" spc="-5">
                <a:solidFill>
                  <a:srgbClr val="48545B"/>
                </a:solidFill>
                <a:latin typeface="Barlow Bold"/>
                <a:ea typeface="Barlow Bold"/>
                <a:cs typeface="Barlow Bold"/>
                <a:sym typeface="Barlow Bold"/>
              </a:rPr>
              <a:t>--------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2576" y="3111642"/>
            <a:ext cx="7888844" cy="316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4"/>
              </a:lnSpc>
            </a:pPr>
            <a:r>
              <a:rPr lang="en-US" sz="1796">
                <a:solidFill>
                  <a:srgbClr val="47535A"/>
                </a:solidFill>
                <a:latin typeface="Barlow"/>
                <a:ea typeface="Barlow"/>
                <a:cs typeface="Barlow"/>
                <a:sym typeface="Barlow"/>
              </a:rPr>
              <a:t>has achieved the following performance level in each subject of the G12++ Exam: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19851" y="10096284"/>
            <a:ext cx="3325892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9"/>
              </a:lnSpc>
              <a:spcBef>
                <a:spcPct val="0"/>
              </a:spcBef>
            </a:pPr>
            <a:r>
              <a:rPr lang="en-US" b="true" sz="1799">
                <a:solidFill>
                  <a:srgbClr val="47535A"/>
                </a:solidFill>
                <a:latin typeface="Barlow Bold"/>
                <a:ea typeface="Barlow Bold"/>
                <a:cs typeface="Barlow Bold"/>
                <a:sym typeface="Barlow Bold"/>
              </a:rPr>
              <a:t>Result ID:</a:t>
            </a:r>
            <a:r>
              <a:rPr lang="en-US" sz="1799">
                <a:solidFill>
                  <a:srgbClr val="47535A"/>
                </a:solidFill>
                <a:latin typeface="Barlow"/>
                <a:ea typeface="Barlow"/>
                <a:cs typeface="Barlow"/>
                <a:sym typeface="Barlow"/>
              </a:rPr>
              <a:t> ----------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54906" y="10872913"/>
            <a:ext cx="5377189" cy="247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9"/>
              </a:lnSpc>
              <a:spcBef>
                <a:spcPct val="0"/>
              </a:spcBef>
            </a:pPr>
            <a:r>
              <a:rPr lang="en-US" b="true" sz="1599">
                <a:solidFill>
                  <a:srgbClr val="47535A"/>
                </a:solidFill>
                <a:latin typeface="Barlow Bold"/>
                <a:ea typeface="Barlow Bold"/>
                <a:cs typeface="Barlow Bold"/>
                <a:sym typeface="Barlow Bold"/>
              </a:rPr>
              <a:t>Test centre: </a:t>
            </a:r>
            <a:r>
              <a:rPr lang="en-US" sz="1599">
                <a:solidFill>
                  <a:srgbClr val="47535A"/>
                </a:solidFill>
                <a:latin typeface="Barlow"/>
                <a:ea typeface="Barlow"/>
                <a:cs typeface="Barlow"/>
                <a:sym typeface="Barlow"/>
              </a:rPr>
              <a:t>------------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2311517"/>
            <a:ext cx="8196597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50"/>
              </a:lnSpc>
              <a:spcBef>
                <a:spcPct val="0"/>
              </a:spcBef>
            </a:pPr>
            <a:r>
              <a:rPr lang="en-US" sz="1000">
                <a:solidFill>
                  <a:srgbClr val="47535A"/>
                </a:solidFill>
                <a:latin typeface="Barlow"/>
                <a:ea typeface="Barlow"/>
                <a:cs typeface="Barlow"/>
                <a:sym typeface="Barlow"/>
              </a:rPr>
              <a:t>This document is an exam performance report and </a:t>
            </a:r>
            <a:r>
              <a:rPr lang="en-US" sz="1000" i="true">
                <a:solidFill>
                  <a:srgbClr val="47535A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not</a:t>
            </a:r>
            <a:r>
              <a:rPr lang="en-US" sz="1000">
                <a:solidFill>
                  <a:srgbClr val="47535A"/>
                </a:solidFill>
                <a:latin typeface="Barlow"/>
                <a:ea typeface="Barlow"/>
                <a:cs typeface="Barlow"/>
                <a:sym typeface="Barlow"/>
              </a:rPr>
              <a:t> an awarded G12++ certificate.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463520" y="11119928"/>
            <a:ext cx="1129550" cy="1129550"/>
          </a:xfrm>
          <a:custGeom>
            <a:avLst/>
            <a:gdLst/>
            <a:ahLst/>
            <a:cxnLst/>
            <a:rect r="r" b="b" t="t" l="l"/>
            <a:pathLst>
              <a:path h="1129550" w="1129550">
                <a:moveTo>
                  <a:pt x="0" y="0"/>
                </a:moveTo>
                <a:lnTo>
                  <a:pt x="1129550" y="0"/>
                </a:lnTo>
                <a:lnTo>
                  <a:pt x="1129550" y="1129550"/>
                </a:lnTo>
                <a:lnTo>
                  <a:pt x="0" y="11295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5" id="15"/>
          <p:cNvSpPr txBox="true"/>
          <p:nvPr/>
        </p:nvSpPr>
        <p:spPr>
          <a:xfrm rot="0">
            <a:off x="2729326" y="10409656"/>
            <a:ext cx="4828348" cy="316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spc="-5">
                <a:solidFill>
                  <a:srgbClr val="48545B"/>
                </a:solidFill>
                <a:latin typeface="Barlow"/>
                <a:ea typeface="Barlow"/>
                <a:cs typeface="Barlow"/>
                <a:sym typeface="Barlow"/>
              </a:rPr>
              <a:t>Issued</a:t>
            </a:r>
            <a:r>
              <a:rPr lang="en-US" sz="1800" spc="-5">
                <a:solidFill>
                  <a:srgbClr val="48545B"/>
                </a:solidFill>
                <a:latin typeface="Barlow"/>
                <a:ea typeface="Barlow"/>
                <a:cs typeface="Barlow"/>
                <a:sym typeface="Barlow"/>
              </a:rPr>
              <a:t> by </a:t>
            </a:r>
            <a:r>
              <a:rPr lang="en-US" b="true" sz="1800" spc="-5">
                <a:solidFill>
                  <a:srgbClr val="48545B"/>
                </a:solidFill>
                <a:latin typeface="Barlow Bold"/>
                <a:ea typeface="Barlow Bold"/>
                <a:cs typeface="Barlow Bold"/>
                <a:sym typeface="Barlow Bold"/>
              </a:rPr>
              <a:t>Alsama Project</a:t>
            </a:r>
            <a:r>
              <a:rPr lang="en-US" sz="1800" spc="-5">
                <a:solidFill>
                  <a:srgbClr val="48545B"/>
                </a:solidFill>
                <a:latin typeface="Barlow"/>
                <a:ea typeface="Barlow"/>
                <a:cs typeface="Barlow"/>
                <a:sym typeface="Barlow"/>
              </a:rPr>
              <a:t> on ---------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50B26FB8758F4F8A0F930343A8B434" ma:contentTypeVersion="16" ma:contentTypeDescription="Create a new document." ma:contentTypeScope="" ma:versionID="31dec80916907212a1f64dec11b8477d">
  <xsd:schema xmlns:xsd="http://www.w3.org/2001/XMLSchema" xmlns:xs="http://www.w3.org/2001/XMLSchema" xmlns:p="http://schemas.microsoft.com/office/2006/metadata/properties" xmlns:ns2="3e9d479d-40bb-4c57-8b8a-fca8d88e5e3c" xmlns:ns3="http://schemas.microsoft.com/sharepoint/v4" xmlns:ns4="0498538b-c24b-4f63-ae13-2c1be0c46c5a" targetNamespace="http://schemas.microsoft.com/office/2006/metadata/properties" ma:root="true" ma:fieldsID="94c94e5c3fcd2036b76aeb729eda35d6" ns2:_="" ns3:_="" ns4:_="">
    <xsd:import namespace="3e9d479d-40bb-4c57-8b8a-fca8d88e5e3c"/>
    <xsd:import namespace="http://schemas.microsoft.com/sharepoint/v4"/>
    <xsd:import namespace="0498538b-c24b-4f63-ae13-2c1be0c46c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IconOverlay" minOccurs="0"/>
                <xsd:element ref="ns2:lcf76f155ced4ddcb4097134ff3c332f" minOccurs="0"/>
                <xsd:element ref="ns4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4:SharedWithUsers" minOccurs="0"/>
                <xsd:element ref="ns4:SharedWithDetails" minOccurs="0"/>
                <xsd:element ref="ns2:MediaServiceDateTaken" minOccurs="0"/>
                <xsd:element ref="ns4:_dlc_DocId" minOccurs="0"/>
                <xsd:element ref="ns4:_dlc_DocIdUrl" minOccurs="0"/>
                <xsd:element ref="ns4:_dlc_DocIdPersistI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9d479d-40bb-4c57-8b8a-fca8d88e5e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1e4c1a17-36af-4099-912e-3ab29a49e1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2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98538b-c24b-4f63-ae13-2c1be0c46c5a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d1560137-8e59-4b20-9529-04261bfd9c9c}" ma:internalName="TaxCatchAll" ma:showField="CatchAllData" ma:web="0498538b-c24b-4f63-ae13-2c1be0c46c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_dlc_DocId" ma:index="23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24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5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lcf76f155ced4ddcb4097134ff3c332f xmlns="3e9d479d-40bb-4c57-8b8a-fca8d88e5e3c">
      <Terms xmlns="http://schemas.microsoft.com/office/infopath/2007/PartnerControls"/>
    </lcf76f155ced4ddcb4097134ff3c332f>
    <TaxCatchAll xmlns="0498538b-c24b-4f63-ae13-2c1be0c46c5a" xsi:nil="true"/>
    <_dlc_DocId xmlns="0498538b-c24b-4f63-ae13-2c1be0c46c5a">1114-636205507-9252</_dlc_DocId>
    <_dlc_DocIdUrl xmlns="0498538b-c24b-4f63-ae13-2c1be0c46c5a">
      <Url>https://alsamango.sharepoint.com/sites/g12/_layouts/15/DocIdRedir.aspx?ID=1114-636205507-9252</Url>
      <Description>1114-636205507-9252</Description>
    </_dlc_DocIdUrl>
  </documentManagement>
</p:properties>
</file>

<file path=customXml/itemProps1.xml><?xml version="1.0" encoding="utf-8"?>
<ds:datastoreItem xmlns:ds="http://schemas.openxmlformats.org/officeDocument/2006/customXml" ds:itemID="{F64ED3BF-0558-42F3-9C20-20C8FFBBEFFD}"/>
</file>

<file path=customXml/itemProps2.xml><?xml version="1.0" encoding="utf-8"?>
<ds:datastoreItem xmlns:ds="http://schemas.openxmlformats.org/officeDocument/2006/customXml" ds:itemID="{D9F12953-475C-4A72-9FD8-0F392797FF33}"/>
</file>

<file path=customXml/itemProps3.xml><?xml version="1.0" encoding="utf-8"?>
<ds:datastoreItem xmlns:ds="http://schemas.openxmlformats.org/officeDocument/2006/customXml" ds:itemID="{3D288B6E-C8D7-4BEA-B61A-992C6F7D337B}"/>
</file>

<file path=customXml/itemProps4.xml><?xml version="1.0" encoding="utf-8"?>
<ds:datastoreItem xmlns:ds="http://schemas.openxmlformats.org/officeDocument/2006/customXml" ds:itemID="{53A8DE4D-76DD-4834-888C-14EA59FFBD32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Hussein Performance Report</dc:title>
  <cp:revision>1</cp:revision>
  <dcterms:created xsi:type="dcterms:W3CDTF">2006-08-16T00:00:00Z</dcterms:created>
  <dcterms:modified xsi:type="dcterms:W3CDTF">2011-08-01T06:04:30Z</dcterms:modified>
  <dc:identifier>DAHDi6ylnlo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0x010100A850B26FB8758F4F8A0F930343A8B434</vt:lpwstr>
  </property>
  <property fmtid="{D5CDD505-2E9C-101B-9397-08002B2CF9AE}" pid="3" name="_dlc_DocIdItemGuid">
    <vt:lpwstr>a1d5a6fd-0df0-4cd1-965d-b10a96f5c3b9</vt:lpwstr>
  </property>
</Properties>
</file>